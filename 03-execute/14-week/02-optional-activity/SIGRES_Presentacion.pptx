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089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822960"/>
            <a:ext cx="1280160" cy="1280160"/>
          </a:xfrm>
          <a:prstGeom prst="ellipse">
            <a:avLst/>
          </a:prstGeom>
          <a:solidFill>
            <a:srgbClr val="E8A020">
              <a:alpha val="7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0" y="8686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🍽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SIGRES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Integral de Gestión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Restaurantes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8288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37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del Proyecto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restaurantes dependen de la coordinación entre áreas como atención al cliente, cocina, caja y administración. En muchos establecimientos, estos procesos se gestionan con registros manuales, comunicación verbal o herramientas desconectadas entre sí.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4688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309067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Retrasos en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atención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242316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24688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03120" y="309067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en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242316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03320" y="24688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94760" y="309067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deficiente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242316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94960" y="24688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86400" y="309067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sin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confiable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1097280"/>
            <a:ext cx="3337560" cy="11887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1430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una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centralizada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información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846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SIGRES · Normativa del Proyecto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2004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SIGRES: una plataforma tecnológica que integre y centralice los procesos operativos y administrativos del restaurante en un único sistema.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3840480" cy="1005840"/>
          </a:xfrm>
          <a:prstGeom prst="rect">
            <a:avLst/>
          </a:prstGeom>
          <a:solidFill>
            <a:srgbClr val="2E4A8A"/>
          </a:solidFill>
          <a:ln w="12700">
            <a:solidFill>
              <a:srgbClr val="3A5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057400"/>
            <a:ext cx="73152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5328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digital en tiempo real, eliminando errores por comunicación verbal.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2057400"/>
            <a:ext cx="3840480" cy="1005840"/>
          </a:xfrm>
          <a:prstGeom prst="rect">
            <a:avLst/>
          </a:prstGeom>
          <a:solidFill>
            <a:srgbClr val="2E4A8A"/>
          </a:solidFill>
          <a:ln w="12700">
            <a:solidFill>
              <a:srgbClr val="3A5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057400"/>
            <a:ext cx="73152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3212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25328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centralizado de existencias con alertas automáticas de reabastecimiento.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246120"/>
            <a:ext cx="3840480" cy="1005840"/>
          </a:xfrm>
          <a:prstGeom prst="rect">
            <a:avLst/>
          </a:prstGeom>
          <a:solidFill>
            <a:srgbClr val="2E4A8A"/>
          </a:solidFill>
          <a:ln w="12700">
            <a:solidFill>
              <a:srgbClr val="3A5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46120"/>
            <a:ext cx="73152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72160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caja unificado, conectado directamente con los pedidos registrados.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246120"/>
            <a:ext cx="3840480" cy="1005840"/>
          </a:xfrm>
          <a:prstGeom prst="rect">
            <a:avLst/>
          </a:prstGeom>
          <a:solidFill>
            <a:srgbClr val="2E4A8A"/>
          </a:solidFill>
          <a:ln w="12700">
            <a:solidFill>
              <a:srgbClr val="3A5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246120"/>
            <a:ext cx="73152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32120" y="372160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con información actualizada para la toma de decisiones estratégicas.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SIGRES · Normativa del Proyecto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Objetivos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78992"/>
            <a:ext cx="8503920" cy="10972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2471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problemática operativa y administrativa de los restaurantes para plantear una solución tecnológica que mejore la eficiencia, organización y control de la información.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del Alcance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788920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788920"/>
            <a:ext cx="64008" cy="7132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80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/>
              <a:t>1.</a:t>
            </a:r>
          </a:p>
        </p:txBody>
      </p:sp>
      <p:sp>
        <p:nvSpPr>
          <p:cNvPr id="12" name="Text 10"/>
          <p:cNvSpPr/>
          <p:nvPr/>
        </p:nvSpPr>
        <p:spPr>
          <a:xfrm>
            <a:off x="978408" y="2935224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pedidos en tiempo real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657600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657600"/>
            <a:ext cx="64008" cy="7132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49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/>
              <a:t>3.</a:t>
            </a:r>
          </a:p>
        </p:txBody>
      </p:sp>
      <p:sp>
        <p:nvSpPr>
          <p:cNvPr id="16" name="Text 14"/>
          <p:cNvSpPr/>
          <p:nvPr/>
        </p:nvSpPr>
        <p:spPr>
          <a:xfrm>
            <a:off x="978408" y="3803904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inventarios y existencias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788920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788920"/>
            <a:ext cx="64008" cy="7132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80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/>
              <a:t>2.</a:t>
            </a:r>
          </a:p>
        </p:txBody>
      </p:sp>
      <p:sp>
        <p:nvSpPr>
          <p:cNvPr id="20" name="Text 18"/>
          <p:cNvSpPr/>
          <p:nvPr/>
        </p:nvSpPr>
        <p:spPr>
          <a:xfrm>
            <a:off x="5367528" y="2935224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y cierre de caja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657600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657600"/>
            <a:ext cx="64008" cy="7132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749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/>
              <a:t>4.</a:t>
            </a:r>
          </a:p>
        </p:txBody>
      </p:sp>
      <p:sp>
        <p:nvSpPr>
          <p:cNvPr id="24" name="Text 22"/>
          <p:cNvSpPr/>
          <p:nvPr/>
        </p:nvSpPr>
        <p:spPr>
          <a:xfrm>
            <a:off x="5367528" y="3803904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información para toma de decisiones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846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SIGRES · Normativa del Proyecto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240280"/>
            <a:ext cx="8503920" cy="64008"/>
          </a:xfrm>
          <a:prstGeom prst="rect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48840"/>
            <a:ext cx="246888" cy="24688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2011680" cy="102412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1460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514600"/>
            <a:ext cx="20116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697480"/>
            <a:ext cx="1792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requerimientos, entrevistas con usuarios y diagnóstico del estado actual.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2148840"/>
            <a:ext cx="246888" cy="24688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097280"/>
            <a:ext cx="2011680" cy="1024128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60320" y="15361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251460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2514600"/>
            <a:ext cx="20116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2697480"/>
            <a:ext cx="1792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solución, diseño de base de datos, flujos de proceso y prototipos.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94960" y="2148840"/>
            <a:ext cx="246888" cy="24688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1097280"/>
            <a:ext cx="2011680" cy="10241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09160" y="15361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51460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2514600"/>
            <a:ext cx="20116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2697480"/>
            <a:ext cx="1792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sistema por módulos: pedidos, inventario, facturación y reportes.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43800" y="2148840"/>
            <a:ext cx="246888" cy="24688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1097280"/>
            <a:ext cx="2011680" cy="1024128"/>
          </a:xfrm>
          <a:prstGeom prst="rect">
            <a:avLst/>
          </a:prstGeom>
          <a:solidFill>
            <a:srgbClr val="0E3A59"/>
          </a:solidFill>
          <a:ln w="12700">
            <a:solidFill>
              <a:srgbClr val="0E3A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58000" y="15361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251460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66560" y="2514600"/>
            <a:ext cx="20116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6288" y="2697480"/>
            <a:ext cx="1792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funcional, ajustes finales y entrega del sistema con documentación.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846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SIGRES · Normativa del Proyecto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327</Words>
  <Application>Microsoft Office PowerPoint</Application>
  <PresentationFormat>Presentación en pantalla (16:9)</PresentationFormat>
  <Paragraphs>79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SIGRES - Sistema Integral de Gestión para Restaurantes</dc:title>
  <dc:subject>PptxGenJS Presentation</dc:subject>
  <dc:creator>PptxGenJS</dc:creator>
  <cp:lastModifiedBy>Julián Fierro</cp:lastModifiedBy>
  <cp:revision>2</cp:revision>
  <dcterms:created xsi:type="dcterms:W3CDTF">2026-06-05T23:23:07Z</dcterms:created>
  <dcterms:modified xsi:type="dcterms:W3CDTF">2026-06-06T02:05:52Z</dcterms:modified>
</cp:coreProperties>
</file>